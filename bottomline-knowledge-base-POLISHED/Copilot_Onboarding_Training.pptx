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Copilot Usage – Internal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What Copilot can be used for</a:t>
            </a:r>
          </a:p>
          <a:p>
            <a:r>
              <a:t>• What Copilot must NOT be used for</a:t>
            </a:r>
          </a:p>
          <a:p>
            <a:r>
              <a:t>• Role-based usage rules</a:t>
            </a:r>
          </a:p>
          <a:p>
            <a:r>
              <a:t>• Approved prompt examples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